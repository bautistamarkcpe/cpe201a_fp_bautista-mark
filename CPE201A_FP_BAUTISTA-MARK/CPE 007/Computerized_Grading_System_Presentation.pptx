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135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Computerized Grading System</a:t>
            </a:r>
          </a:p>
        </p:txBody>
      </p:sp>
      <p:sp>
        <p:nvSpPr>
          <p:cNvPr id="3" name="Subtitle 2"/>
          <p:cNvSpPr>
            <a:spLocks noGrp="1"/>
          </p:cNvSpPr>
          <p:nvPr>
            <p:ph type="subTitle" idx="1"/>
          </p:nvPr>
        </p:nvSpPr>
        <p:spPr/>
        <p:txBody>
          <a:bodyPr/>
          <a:lstStyle/>
          <a:p>
            <a:r>
              <a:t>Nuestra Señora De Aranzazu Parochial School</a:t>
            </a:r>
          </a:p>
          <a:p>
            <a:endParaRPr/>
          </a:p>
          <a:p>
            <a:r>
              <a:t>By: Barbo, Bautista, Geronimo, Bautista</a:t>
            </a:r>
          </a:p>
          <a:p>
            <a:r>
              <a:t>Technological Institute of the Philippines - Quezon City</a:t>
            </a:r>
          </a:p>
          <a:p>
            <a:r>
              <a:t>November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Nuestra Señora De Aranzazu Parochial School is a private institution founded in 1968 in San Mateo, Rizal. Despite using some digital tools, teachers still compute and record grades manually. This system aims to automate grade computation and storage using a C++ program, ensuring efficiency, accuracy, and convenience.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Project</a:t>
            </a:r>
          </a:p>
        </p:txBody>
      </p:sp>
      <p:sp>
        <p:nvSpPr>
          <p:cNvPr id="3" name="Content Placeholder 2"/>
          <p:cNvSpPr>
            <a:spLocks noGrp="1"/>
          </p:cNvSpPr>
          <p:nvPr>
            <p:ph idx="1"/>
          </p:nvPr>
        </p:nvSpPr>
        <p:spPr/>
        <p:txBody>
          <a:bodyPr/>
          <a:lstStyle/>
          <a:p>
            <a:r>
              <a:t>The Computerized Grading System allows teachers and administrators to:</a:t>
            </a:r>
          </a:p>
          <a:p>
            <a:r>
              <a:t>- Log in securely using username and password</a:t>
            </a:r>
          </a:p>
          <a:p>
            <a:r>
              <a:t>- Add, edit, and remove student records</a:t>
            </a:r>
          </a:p>
          <a:p>
            <a:r>
              <a:t>- Input grades and compute final grades automatically</a:t>
            </a:r>
          </a:p>
          <a:p>
            <a:r>
              <a:t>- Save and retrieve grade data from text files</a:t>
            </a:r>
          </a:p>
          <a:p>
            <a:r>
              <a:t>- Generate student grade reports with remarks (Passed/Failed)</a:t>
            </a:r>
          </a:p>
          <a:p>
            <a:endParaRPr/>
          </a:p>
          <a:p>
            <a:r>
              <a:t>User Roles:</a:t>
            </a:r>
          </a:p>
          <a:p>
            <a:r>
              <a:t>Admin – Manage teacher accounts and oversee grading.</a:t>
            </a:r>
          </a:p>
          <a:p>
            <a:r>
              <a:t>Teacher – Manage students and grades.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Hardware &amp; Software Requirements</a:t>
            </a:r>
          </a:p>
        </p:txBody>
      </p:sp>
      <p:sp>
        <p:nvSpPr>
          <p:cNvPr id="3" name="Content Placeholder 2"/>
          <p:cNvSpPr>
            <a:spLocks noGrp="1"/>
          </p:cNvSpPr>
          <p:nvPr>
            <p:ph idx="1"/>
          </p:nvPr>
        </p:nvSpPr>
        <p:spPr/>
        <p:txBody>
          <a:bodyPr/>
          <a:lstStyle/>
          <a:p>
            <a:r>
              <a:t>Hardware:</a:t>
            </a:r>
          </a:p>
          <a:p>
            <a:r>
              <a:t>- Processor: Intel Core i3 or higher</a:t>
            </a:r>
          </a:p>
          <a:p>
            <a:r>
              <a:t>- RAM: 2GB minimum</a:t>
            </a:r>
          </a:p>
          <a:p>
            <a:r>
              <a:t>- Storage: 500MB free space</a:t>
            </a:r>
          </a:p>
          <a:p>
            <a:endParaRPr/>
          </a:p>
          <a:p>
            <a:r>
              <a:t>Software:</a:t>
            </a:r>
          </a:p>
          <a:p>
            <a:r>
              <a:t>- Operating System: Windows 10 or 11</a:t>
            </a:r>
          </a:p>
          <a:p>
            <a:r>
              <a:t>- Programming Language: C++</a:t>
            </a:r>
          </a:p>
          <a:p>
            <a:r>
              <a:t>- IDE: Visual Studio Code or Visual Studio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Statement of the Problem</a:t>
            </a:r>
          </a:p>
        </p:txBody>
      </p:sp>
      <p:sp>
        <p:nvSpPr>
          <p:cNvPr id="3" name="Content Placeholder 2"/>
          <p:cNvSpPr>
            <a:spLocks noGrp="1"/>
          </p:cNvSpPr>
          <p:nvPr>
            <p:ph idx="1"/>
          </p:nvPr>
        </p:nvSpPr>
        <p:spPr/>
        <p:txBody>
          <a:bodyPr/>
          <a:lstStyle/>
          <a:p>
            <a:r>
              <a:t>The school still uses manual methods for computing and recording grades, leading to errors, lost records, and time-consuming processes. Teachers spend more time managing grades instead of teaching. A computerized system is needed to make grading faster, more accurate, and efficient.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Main Objective:</a:t>
            </a:r>
          </a:p>
          <a:p>
            <a:r>
              <a:t>To develop a reliable C++ Grading System for automated grade computation.</a:t>
            </a:r>
          </a:p>
          <a:p>
            <a:endParaRPr/>
          </a:p>
          <a:p>
            <a:r>
              <a:t>Specific Objectives:</a:t>
            </a:r>
          </a:p>
          <a:p>
            <a:r>
              <a:t>1. Implement C++ code for grade automation.</a:t>
            </a:r>
          </a:p>
          <a:p>
            <a:r>
              <a:t>2. Create login systems for teachers and admins.</a:t>
            </a:r>
          </a:p>
          <a:p>
            <a:r>
              <a:t>3. Ensure secure and accurate record management.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Flowchart</a:t>
            </a:r>
          </a:p>
        </p:txBody>
      </p:sp>
      <p:sp>
        <p:nvSpPr>
          <p:cNvPr id="3" name="Content Placeholder 2"/>
          <p:cNvSpPr>
            <a:spLocks noGrp="1"/>
          </p:cNvSpPr>
          <p:nvPr>
            <p:ph idx="1"/>
          </p:nvPr>
        </p:nvSpPr>
        <p:spPr/>
        <p:txBody>
          <a:bodyPr/>
          <a:lstStyle/>
          <a:p>
            <a:r>
              <a:t>The flowchart illustrates the logical structure and process of the system — from user login to grade computation. Admins can register users, while teachers input grades, compute results, and generate reports.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Pseudocode Summary</a:t>
            </a:r>
          </a:p>
        </p:txBody>
      </p:sp>
      <p:sp>
        <p:nvSpPr>
          <p:cNvPr id="3" name="Content Placeholder 2"/>
          <p:cNvSpPr>
            <a:spLocks noGrp="1"/>
          </p:cNvSpPr>
          <p:nvPr>
            <p:ph idx="1"/>
          </p:nvPr>
        </p:nvSpPr>
        <p:spPr/>
        <p:txBody>
          <a:bodyPr/>
          <a:lstStyle/>
          <a:p>
            <a:r>
              <a:t>The pseudocode outlines key processes:</a:t>
            </a:r>
          </a:p>
          <a:p>
            <a:r>
              <a:t>- Start and Welcome Screen</a:t>
            </a:r>
          </a:p>
          <a:p>
            <a:r>
              <a:t>- Account Registration and Login</a:t>
            </a:r>
          </a:p>
          <a:p>
            <a:r>
              <a:t>- Admin Menu: Register/View Teachers</a:t>
            </a:r>
          </a:p>
          <a:p>
            <a:r>
              <a:t>- Teacher Menu: Add/Delete Students, Input Grades, View Reports</a:t>
            </a:r>
          </a:p>
          <a:p>
            <a:r>
              <a:t>Grades are computed as: (Written × 0.30) + (Project × 0.50) + (Exam × 0.20)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Program Code Overview</a:t>
            </a:r>
          </a:p>
        </p:txBody>
      </p:sp>
      <p:sp>
        <p:nvSpPr>
          <p:cNvPr id="3" name="Content Placeholder 2"/>
          <p:cNvSpPr>
            <a:spLocks noGrp="1"/>
          </p:cNvSpPr>
          <p:nvPr>
            <p:ph idx="1"/>
          </p:nvPr>
        </p:nvSpPr>
        <p:spPr/>
        <p:txBody>
          <a:bodyPr/>
          <a:lstStyle/>
          <a:p>
            <a:r>
              <a:t>The system is implemented in C++ with structures for Users, Students, and Grades.</a:t>
            </a:r>
          </a:p>
          <a:p>
            <a:r>
              <a:t>It uses file handling to save user data, student records, and grades in .txt files.</a:t>
            </a:r>
          </a:p>
          <a:p>
            <a:r>
              <a:t>Core Features:</a:t>
            </a:r>
          </a:p>
          <a:p>
            <a:r>
              <a:t>- Role-based menus</a:t>
            </a:r>
          </a:p>
          <a:p>
            <a:r>
              <a:t>- Automated computation</a:t>
            </a:r>
          </a:p>
          <a:p>
            <a:r>
              <a:t>- Persistent storage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and Discussion</a:t>
            </a:r>
          </a:p>
        </p:txBody>
      </p:sp>
      <p:sp>
        <p:nvSpPr>
          <p:cNvPr id="3" name="Content Placeholder 2"/>
          <p:cNvSpPr>
            <a:spLocks noGrp="1"/>
          </p:cNvSpPr>
          <p:nvPr>
            <p:ph idx="1"/>
          </p:nvPr>
        </p:nvSpPr>
        <p:spPr/>
        <p:txBody>
          <a:bodyPr/>
          <a:lstStyle/>
          <a:p>
            <a:r>
              <a:rPr dirty="0"/>
              <a:t>The program successfully automates the grading process, allowing users to register, log in, manage records, and compute grades automatically. Reports display computed results with remarks (PASSED/FAILED). Data persistence ensures records remain available between sessions.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sz="2400" dirty="0"/>
              <a:t>The C++ Grading System provides an efficient way to manage student grades at Nuestra </a:t>
            </a:r>
            <a:r>
              <a:rPr sz="2400" dirty="0" err="1"/>
              <a:t>Señora</a:t>
            </a:r>
            <a:r>
              <a:rPr sz="2400" dirty="0"/>
              <a:t> De Aranzazu Parochial School. It simplifies computation, improves accuracy, and saves time for teachers.</a:t>
            </a:r>
          </a:p>
          <a:p>
            <a:endParaRPr sz="2400" dirty="0"/>
          </a:p>
          <a:p>
            <a:r>
              <a:rPr sz="2400" dirty="0"/>
              <a:t>Recommendations:</a:t>
            </a:r>
          </a:p>
          <a:p>
            <a:r>
              <a:rPr sz="2400" dirty="0"/>
              <a:t>- Add error handling and data validation</a:t>
            </a:r>
          </a:p>
          <a:p>
            <a:r>
              <a:rPr sz="2400" dirty="0"/>
              <a:t>- Introduce GUI for better usability</a:t>
            </a:r>
          </a:p>
          <a:p>
            <a:r>
              <a:rPr sz="2400" dirty="0"/>
              <a:t>- Encrypt user data for security</a:t>
            </a:r>
          </a:p>
          <a:p>
            <a:r>
              <a:rPr sz="2400" dirty="0"/>
              <a:t>- Enable automatic PDF/Excel report generation</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GeeksforGeeks (2024). File Handling in C++</a:t>
            </a:r>
          </a:p>
          <a:p>
            <a:r>
              <a:t>JDoodle (2025). Online Compiler and IDE</a:t>
            </a:r>
          </a:p>
          <a:p>
            <a:r>
              <a:t>Microsoft (2025). Visual Studio Code</a:t>
            </a:r>
          </a:p>
          <a:p>
            <a:r>
              <a:t>Electronics Journal (2023). Software System for Automatic Grading of Paper Tests</a:t>
            </a:r>
          </a:p>
          <a:p>
            <a:r>
              <a:t>TutorialsPoint (2023). C++ File Streams</a:t>
            </a:r>
          </a:p>
          <a:p>
            <a:r>
              <a:t>W3Schools (2024). C++ Tutorial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TotalTime>
  <Words>629</Words>
  <Application>Microsoft Office PowerPoint</Application>
  <PresentationFormat>On-screen Show (4:3)</PresentationFormat>
  <Paragraphs>72</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Computerized Grading System</vt:lpstr>
      <vt:lpstr>Introduction</vt:lpstr>
      <vt:lpstr>The Project</vt:lpstr>
      <vt:lpstr>Hardware &amp; Software Requirements</vt:lpstr>
      <vt:lpstr>Statement of the Problem</vt:lpstr>
      <vt:lpstr>Objectives</vt:lpstr>
      <vt:lpstr>System Flowchart</vt:lpstr>
      <vt:lpstr>Pseudocode Summary</vt:lpstr>
      <vt:lpstr>Program Code Overview</vt:lpstr>
      <vt:lpstr>Results and Discussion</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Mark Joneil Bautista</cp:lastModifiedBy>
  <cp:revision>2</cp:revision>
  <dcterms:created xsi:type="dcterms:W3CDTF">2013-01-27T09:14:16Z</dcterms:created>
  <dcterms:modified xsi:type="dcterms:W3CDTF">2025-11-10T12:43:24Z</dcterms:modified>
  <cp:category/>
</cp:coreProperties>
</file>